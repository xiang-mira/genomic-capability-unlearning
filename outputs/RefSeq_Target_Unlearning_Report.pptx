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8368" y="1051560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38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RefSeq Target Validity and Unlearning Diagnostics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4944" y="2267712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210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A control-variable check for whether our probe is measuring a real Evo representation or a dataset shortcut.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3840480"/>
            <a:ext cx="3063240" cy="1143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Step 1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Is the target a real Evo-readable ability?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26280" y="3840480"/>
            <a:ext cx="3063240" cy="1143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Step 2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Can the probe measure that ability reliably?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21040" y="3840480"/>
            <a:ext cx="3063240" cy="11430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Then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Use unlearning results as causal evidence.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Meeting deck | Evo-1 RefSeq target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Why I re-checked the original host-tropism target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234440"/>
            <a:ext cx="5394960" cy="443484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What raised the concern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The previous target asked the model to infer human tropism from viral sequence.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Controlled splits on Virus-Host-Genomes showed weak cross-taxonomy generalization.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That pattern suggests the probe may learn taxonomy identity or close sequence similarity.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55080" y="1234440"/>
            <a:ext cx="5074920" cy="443484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Why target fit matters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Evo is a nucleotide prediction model.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It may be stronger on sequence-level patterns than on a high-level phenotype.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Host tropism can depend on receptor biology, immune context, and annotation bias.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Main point: before judging unlearning, I wanted to check whether the target itself is well matched to Evo.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Why I changed the target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" y="1078992"/>
            <a:ext cx="10698480" cy="640080"/>
          </a:xfrm>
          <a:prstGeom prst="roundRect">
            <a:avLst/>
          </a:prstGeom>
          <a:solidFill>
            <a:srgbClr val="FFF9EE"/>
          </a:solidFill>
          <a:ln w="9525">
            <a:solidFill>
              <a:srgbClr val="C9B68F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1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I changed the target to test whether the weak causal story came from the method, or from the target itself.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2011680"/>
            <a:ext cx="4800600" cy="1554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Previous target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Human host tropism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 higher-level phenotype with strong shortcut risk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0" y="2011680"/>
            <a:ext cx="4800600" cy="15544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Current implemented target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Coronaviridae vs non-Coronaviridae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 RefSeq taxonomy-defined sequence proxy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4160520"/>
            <a:ext cx="10332720" cy="1005840"/>
          </a:xfrm>
          <a:prstGeom prst="roundRect">
            <a:avLst/>
          </a:prstGeom>
          <a:solidFill>
            <a:srgbClr val="FFF7F2"/>
          </a:solidFill>
          <a:ln w="9525">
            <a:solidFill>
              <a:srgbClr val="E0A899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200" dirty="0">
                <a:solidFill>
                  <a:srgbClr val="B64A3A"/>
                </a:solidFill>
                <a:latin typeface="Aptos"/>
                <a:ea typeface="Aptos"/>
                <a:cs typeface="Aptos"/>
              </a:rPr>
              <a:t>Important clarification: this is not strict human-tropic vs non-human-tropic classification. I use it as a proxy to ask whether Evo gives a cleaner sequence-level signal.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The target change is a control-variable check, not a final claim that host tropism has been 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How I built the RefSeq proxy target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8368" y="1097280"/>
            <a:ext cx="3703320" cy="47091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8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Data source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Read NCBI taxonomy and RefSeq viral assembly metadata.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Use Coronaviridae family taxid as the positive lineage.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Use other viral assemblies as matched negative candidates.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3712" y="1097280"/>
            <a:ext cx="3611880" cy="47091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8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Processing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Clean sequences to A, C, G, T, and N.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Sample fixed-length windows.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Match negatives by rough sequence length.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Keep labels balanced across splits.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39327" y="1097280"/>
            <a:ext cx="3154680" cy="47091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8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Controls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Split Coronaviridae records by species/group.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Assign matched negatives by split and length bin.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This helps, but does not remove all taxonomy shortcuts.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The manifest is label-balanced, but the positive and negative sides can still differ in taxonomy composition.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Phase 1 workflow: readout first, then localization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325880"/>
            <a:ext cx="3154680" cy="10972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Extract Evo features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Mean-pooled hidden states from each layer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26280" y="1325880"/>
            <a:ext cx="3154680" cy="10972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Train probes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One balanced logistic probe per layer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75320" y="1325880"/>
            <a:ext cx="3154680" cy="10972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Patch activations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Find layers that shift target probability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1560" y="3063240"/>
            <a:ext cx="9966960" cy="1828800"/>
          </a:xfrm>
          <a:prstGeom prst="roundRect">
            <a:avLst/>
          </a:prstGeom>
          <a:solidFill>
            <a:srgbClr val="FFF9EE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1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Implementation details that matter</a:t>
            </a:r>
          </a:p>
          <a:p>
            <a:pPr/>
            <a:r>
              <a:rPr lang="en-US" sz="2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Representation: next_norm hidden states with mask mean pooling.</a:t>
            </a:r>
          </a:p>
          <a:p>
            <a:pPr/>
            <a:r>
              <a:rPr lang="en-US" sz="2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Metric: validation and test AUROC.</a:t>
            </a:r>
          </a:p>
          <a:p>
            <a:pPr/>
            <a:r>
              <a:rPr lang="en-US" sz="2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Localization rule: select layers with strong activation-patching effect.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Phase 1 asks: where is the target most readable, and which layers look causally relevant under patching?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Phase 1 result: the signal is concentrated around L5-L9</a:t>
            </a:r>
          </a:p>
        </p:txBody>
      </p:sp>
      <p:pic>
        <p:nvPicPr>
          <p:cNvPr id="3" name="Phase 1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201400" cy="507492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Left: layer-wise probe AUROC. Right: activation-patching effect. Selected layers are L5-L9, with L6 as the primary target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How I interpret Phase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3232" y="1143000"/>
            <a:ext cx="5166360" cy="438912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Positive signal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The RefSeq proxy target is easy to read from Evo early and middle layers.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Activation patching gives a narrower candidate range than the earlier host-tropism setup.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Layer 6 is the strongest single patching signal.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63640" y="1143000"/>
            <a:ext cx="5166360" cy="4389120"/>
          </a:xfrm>
          <a:prstGeom prst="roundRect">
            <a:avLst/>
          </a:prstGeom>
          <a:solidFill>
            <a:srgbClr val="FFF7F2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0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Caution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Very high probe performance can also indicate shortcut risk.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The probe may rely on taxonomy, k-mer, GC, or RefSeq source patterns.</a:t>
            </a:r>
          </a:p>
          <a:p>
            <a:pPr/>
            <a:r>
              <a:rPr lang="en-US" sz="20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So Phase 1 is useful, but not enough to prove target validity.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Phase 1 looks cleaner than before, but it does not close the shortcut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Phase 2 setup: test whether the localized layers are editable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143000"/>
            <a:ext cx="3657600" cy="45262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8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Forget/retain split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label 1 becomes the forget side.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label 0 becomes the retain/control side.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Unlearning uses only the training split.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Evaluation uses held-out validation and test windows.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0" y="1143000"/>
            <a:ext cx="3383280" cy="45262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8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Methods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GD increases forget loss while preserving retain loss.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RMU pushes forget activations away while matching retain activations to a frozen reference.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83879" y="1143000"/>
            <a:ext cx="3310128" cy="45262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8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Conditions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Full: train all layers.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Localized: train L5-L9 only.</a:t>
            </a:r>
          </a:p>
          <a:p>
            <a:pPr/>
            <a:r>
              <a:rPr lang="en-US" sz="18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Random: train random non-causal layers as a control.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Phase 2 asks: are L5-L9 only readout layers, or can they serve as clean causal edit points?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Phase 2 result: full-model edits reduce the probe most</a:t>
            </a:r>
          </a:p>
        </p:txBody>
      </p:sp>
      <p:pic>
        <p:nvPicPr>
          <p:cNvPr id="3" name="Phase 2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201400" cy="507492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Left: residual L5-L9 target AUROC after unlearning. Right: forgetting versus retain PPL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What Phase 2 means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216152"/>
            <a:ext cx="256032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3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GD full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9000" y="1234440"/>
            <a:ext cx="322533" cy="413674"/>
          </a:xfrm>
          <a:prstGeom prst="roundRect">
            <a:avLst/>
          </a:prstGeom>
          <a:solidFill>
            <a:srgbClr val="2F6FBB"/>
          </a:solidFill>
          <a:ln w="9525">
            <a:solidFill>
              <a:srgbClr val="2F6FBB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49240" y="1216152"/>
            <a:ext cx="82296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20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0.547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1929384"/>
            <a:ext cx="256032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3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RMU full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29000" y="1947672"/>
            <a:ext cx="512063" cy="413674"/>
          </a:xfrm>
          <a:prstGeom prst="roundRect">
            <a:avLst/>
          </a:prstGeom>
          <a:solidFill>
            <a:srgbClr val="2B9C8A"/>
          </a:solidFill>
          <a:ln w="9525">
            <a:solidFill>
              <a:srgbClr val="2B9C8A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49240" y="1929384"/>
            <a:ext cx="82296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20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0.604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2642616"/>
            <a:ext cx="256032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3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GD localized stable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29000" y="2660904"/>
            <a:ext cx="1486315" cy="413674"/>
          </a:xfrm>
          <a:prstGeom prst="roundRect">
            <a:avLst/>
          </a:prstGeom>
          <a:solidFill>
            <a:srgbClr val="D7872D"/>
          </a:solidFill>
          <a:ln w="9525">
            <a:solidFill>
              <a:srgbClr val="D7872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49240" y="2642616"/>
            <a:ext cx="82296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20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0.897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3355848"/>
            <a:ext cx="256032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3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RMU localized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29000" y="3374136"/>
            <a:ext cx="1802199" cy="413674"/>
          </a:xfrm>
          <a:prstGeom prst="roundRect">
            <a:avLst/>
          </a:prstGeom>
          <a:solidFill>
            <a:srgbClr val="2B9C8A"/>
          </a:solidFill>
          <a:ln w="9525">
            <a:solidFill>
              <a:srgbClr val="2B9C8A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9240" y="3355848"/>
            <a:ext cx="82296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20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0.992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4069080"/>
            <a:ext cx="256032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3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Random control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9000" y="4087368"/>
            <a:ext cx="1812174" cy="413674"/>
          </a:xfrm>
          <a:prstGeom prst="roundRect">
            <a:avLst/>
          </a:prstGeom>
          <a:solidFill>
            <a:srgbClr val="87919C"/>
          </a:solidFill>
          <a:ln w="9525">
            <a:solidFill>
              <a:srgbClr val="87919C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9240" y="4069080"/>
            <a:ext cx="822960" cy="450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1200" dirty="0">
                <a:solidFill>
                  <a:srgbClr val="5B6570"/>
                </a:solidFill>
                <a:latin typeface="Aptos"/>
                <a:ea typeface="Aptos"/>
                <a:cs typeface="Aptos"/>
              </a:rPr>
              <a:t>0.995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37960" y="1143000"/>
            <a:ext cx="4663440" cy="452628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9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Main readout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Full GD and full RMU remove much more probe signal than localized runs.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Localized GD only becomes stronger when retain quality breaks down.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Localized RMU preserves retain quality, but barely forgets.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Random controls stay close to the original probe signal.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Lower AUROC is more forgetting. The full methods move the target signal most; localized methods do not yet look like clean selective edits.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The main concern: shortcut can still explain the chain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" y="1207008"/>
            <a:ext cx="10744200" cy="804672"/>
          </a:xfrm>
          <a:prstGeom prst="roundRect">
            <a:avLst/>
          </a:prstGeom>
          <a:solidFill>
            <a:srgbClr val="FFF7F2"/>
          </a:solidFill>
          <a:ln w="9525">
            <a:solidFill>
              <a:srgbClr val="E0A899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3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If the Phase 1 probe reads a shortcut, Phase 2 may only prove that full-model training can damage that shortcut.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8680" y="2423160"/>
            <a:ext cx="4937760" cy="274320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9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Possible shortcut sources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Coronaviridae versus non-Coronaviridae taxonomy identity.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Family or genus composition differences.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GC, k-mer, or sequence-source artifacts.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Manual split choices in the current manifest.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09360" y="2423160"/>
            <a:ext cx="4572000" cy="2743200"/>
          </a:xfrm>
          <a:prstGeom prst="roundRect">
            <a:avLst/>
          </a:prstGeom>
          <a:solidFill>
            <a:srgbClr val="FFF9EE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9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Current interpretation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The target is useful as a proxy.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It is not yet a final human-tropism target.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I should validate the target before treating unlearning as causal evidence.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This is the key decision point: target validity should come before a larger sweep.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502920" y="256032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n-US" sz="32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Discussion questions for tonight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078992"/>
            <a:ext cx="5257800" cy="4709160"/>
          </a:xfrm>
          <a:prstGeom prst="roundRect">
            <a:avLst/>
          </a:prstGeom>
          <a:solidFill>
            <a:srgbClr val="FFF7F2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9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Core decision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Should we pause larger unlearning sweeps until target validity is stronger?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Do we first need a target that is better matched to Evo and less shortcut-prone?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Can we trust Phase 2 if the Phase 1 probe may be reading a split artifact?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36208" y="1078992"/>
            <a:ext cx="5166360" cy="470916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19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Concrete validation checks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Could family/genus composition explain the current RefSeq result?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Should we use a public dataset or a standard split if one exists?</a:t>
            </a:r>
          </a:p>
          <a:p>
            <a:pPr/>
            <a:r>
              <a:rPr lang="en-US" sz="19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- If not, should we run family/genus-held-out, homology-held-out, GC/k-mer baselines, and negative-sampling ablations?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The goal is to prove that the probe reads a reliable sequence-level signal, not just the way I split this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3232" y="777240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3600" dirty="0">
                <a:b/>
                <a:solidFill>
                  <a:srgbClr val="1F2933"/>
                </a:solidFill>
                <a:latin typeface="Aptos"/>
                <a:ea typeface="Aptos"/>
                <a:cs typeface="Aptos"/>
              </a:rPr>
              <a:t>Take-home message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8680" y="1508760"/>
            <a:ext cx="10378440" cy="1417320"/>
          </a:xfrm>
          <a:prstGeom prst="roundRect">
            <a:avLst/>
          </a:prstGeom>
          <a:solidFill>
            <a:srgbClr val="FFFDF8"/>
          </a:solidFill>
          <a:ln w="9525">
            <a:solidFill>
              <a:srgbClr val="D8CDBD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7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Step 1 and Step 2 are not fully closed yet: first prove the target is real and suitable for Evo, then prove the probe measures it.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8680" y="3337560"/>
            <a:ext cx="10378440" cy="1188720"/>
          </a:xfrm>
          <a:prstGeom prst="roundRect">
            <a:avLst/>
          </a:prstGeom>
          <a:solidFill>
            <a:srgbClr val="FFF9EE"/>
          </a:solidFill>
          <a:ln w="9525">
            <a:solidFill>
              <a:srgbClr val="C9B68F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50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Phase 1 gives a sharper candidate region around L5-L9, but Phase 2 shows that localized edits do not yet have a strong causal interpretation.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1560" y="4983480"/>
            <a:ext cx="10012680" cy="749808"/>
          </a:xfrm>
          <a:prstGeom prst="roundRect">
            <a:avLst/>
          </a:prstGeom>
          <a:solidFill>
            <a:srgbClr val="FFF7F2"/>
          </a:solidFill>
          <a:ln w="9525">
            <a:solidFill>
              <a:srgbClr val="E0A899"/>
            </a:solidFill>
          </a:ln>
        </p:spPr>
        <p:txBody>
          <a:bodyPr wrap="square" lIns="91440" tIns="73152" rIns="91440" bIns="73152"/>
          <a:lstStyle/>
          <a:p>
            <a:pPr/>
            <a:r>
              <a:rPr lang="en-US" sz="2300" dirty="0">
                <a:solidFill>
                  <a:srgbClr val="B64A3A"/>
                </a:solidFill>
                <a:latin typeface="Aptos"/>
                <a:ea typeface="Aptos"/>
                <a:cs typeface="Aptos"/>
              </a:rPr>
              <a:t>My request: prioritize target and split validation, then return to localized unlearning and benchmark evaluation.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pPr/>
            <a:r>
              <a:rPr lang="en-US" sz="900" dirty="0">
                <a:solidFill>
                  <a:srgbClr val="7B7166"/>
                </a:solidFill>
                <a:latin typeface="Aptos"/>
                <a:ea typeface="Aptos"/>
                <a:cs typeface="Aptos"/>
              </a:rPr>
              <a:t>More sweep numbers may not answer the real question unless the probe target is trustworthy.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Minimal">
  <a:themeElements>
    <a:clrScheme name="Warm Minimal">
      <a:dk1>
        <a:srgbClr val="1F2933"/>
      </a:dk1>
      <a:lt1>
        <a:srgbClr val="F7F1E6"/>
      </a:lt1>
      <a:dk2>
        <a:srgbClr val="5B6570"/>
      </a:dk2>
      <a:lt2>
        <a:srgbClr val="FFFDF8"/>
      </a:lt2>
      <a:accent1>
        <a:srgbClr val="2F6FBB"/>
      </a:accent1>
      <a:accent2>
        <a:srgbClr val="D7872D"/>
      </a:accent2>
      <a:accent3>
        <a:srgbClr val="2B9C8A"/>
      </a:accent3>
      <a:accent4>
        <a:srgbClr val="B64A3A"/>
      </a:accent4>
      <a:accent5>
        <a:srgbClr val="6F4FA3"/>
      </a:accent5>
      <a:accent6>
        <a:srgbClr val="87919C"/>
      </a:accent6>
      <a:hlink>
        <a:srgbClr val="2F6FBB"/>
      </a:hlink>
      <a:folHlink>
        <a:srgbClr val="6F4FA3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Warm 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RefSeq Target Unlearning Report</dc:title>
  <dc:creator>Codex</dc:creator>
</cp:coreProperties>
</file>